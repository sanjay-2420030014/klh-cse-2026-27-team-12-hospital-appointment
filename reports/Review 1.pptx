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6"/>
  </p:notesMasterIdLst>
  <p:sldIdLst>
    <p:sldId id="256" r:id="rId2"/>
    <p:sldId id="259" r:id="rId3"/>
    <p:sldId id="257"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B4E314-33DC-4213-9301-F1089D6D0694}" v="10" dt="2026-08-16T05:45:00.4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2" d="100"/>
          <a:sy n="92" d="100"/>
        </p:scale>
        <p:origin x="33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110030242 Ananya" userId="50fcf2389d656781" providerId="LiveId" clId="{CBF0972F-2ACF-47F5-B678-92543E83982F}"/>
    <pc:docChg chg="undo custSel addSld delSld modSld">
      <pc:chgData name="2110030242 Ananya" userId="50fcf2389d656781" providerId="LiveId" clId="{CBF0972F-2ACF-47F5-B678-92543E83982F}" dt="2026-08-16T05:47:07.324" v="301" actId="255"/>
      <pc:docMkLst>
        <pc:docMk/>
      </pc:docMkLst>
      <pc:sldChg chg="modSp mod">
        <pc:chgData name="2110030242 Ananya" userId="50fcf2389d656781" providerId="LiveId" clId="{CBF0972F-2ACF-47F5-B678-92543E83982F}" dt="2026-08-16T05:46:15.091" v="297" actId="255"/>
        <pc:sldMkLst>
          <pc:docMk/>
          <pc:sldMk cId="2238361140" sldId="256"/>
        </pc:sldMkLst>
        <pc:spChg chg="mod">
          <ac:chgData name="2110030242 Ananya" userId="50fcf2389d656781" providerId="LiveId" clId="{CBF0972F-2ACF-47F5-B678-92543E83982F}" dt="2026-08-16T05:33:49.086" v="213" actId="113"/>
          <ac:spMkLst>
            <pc:docMk/>
            <pc:sldMk cId="2238361140" sldId="256"/>
            <ac:spMk id="2" creationId="{3EE8C44D-07F6-2139-4825-B0704A79E5BC}"/>
          </ac:spMkLst>
        </pc:spChg>
        <pc:spChg chg="mod">
          <ac:chgData name="2110030242 Ananya" userId="50fcf2389d656781" providerId="LiveId" clId="{CBF0972F-2ACF-47F5-B678-92543E83982F}" dt="2026-08-16T05:40:12.615" v="248" actId="27636"/>
          <ac:spMkLst>
            <pc:docMk/>
            <pc:sldMk cId="2238361140" sldId="256"/>
            <ac:spMk id="3" creationId="{7F2CB2C9-E71C-2C95-7A04-0F332A646EF7}"/>
          </ac:spMkLst>
        </pc:spChg>
        <pc:spChg chg="mod">
          <ac:chgData name="2110030242 Ananya" userId="50fcf2389d656781" providerId="LiveId" clId="{CBF0972F-2ACF-47F5-B678-92543E83982F}" dt="2026-08-16T05:45:50.443" v="294" actId="1076"/>
          <ac:spMkLst>
            <pc:docMk/>
            <pc:sldMk cId="2238361140" sldId="256"/>
            <ac:spMk id="4" creationId="{77EFDB6A-63BF-5E0F-38DD-188908F2256C}"/>
          </ac:spMkLst>
        </pc:spChg>
        <pc:spChg chg="mod">
          <ac:chgData name="2110030242 Ananya" userId="50fcf2389d656781" providerId="LiveId" clId="{CBF0972F-2ACF-47F5-B678-92543E83982F}" dt="2026-08-16T05:46:15.091" v="297" actId="255"/>
          <ac:spMkLst>
            <pc:docMk/>
            <pc:sldMk cId="2238361140" sldId="256"/>
            <ac:spMk id="7" creationId="{129AF124-1DAD-7C95-8D54-3CA1A9A36AF2}"/>
          </ac:spMkLst>
        </pc:spChg>
        <pc:picChg chg="mod">
          <ac:chgData name="2110030242 Ananya" userId="50fcf2389d656781" providerId="LiveId" clId="{CBF0972F-2ACF-47F5-B678-92543E83982F}" dt="2026-08-14T05:26:44.279" v="153" actId="14100"/>
          <ac:picMkLst>
            <pc:docMk/>
            <pc:sldMk cId="2238361140" sldId="256"/>
            <ac:picMk id="9" creationId="{4A7AED1E-C953-B10C-3AD9-5B430858FFCE}"/>
          </ac:picMkLst>
        </pc:picChg>
      </pc:sldChg>
      <pc:sldChg chg="modSp mod">
        <pc:chgData name="2110030242 Ananya" userId="50fcf2389d656781" providerId="LiveId" clId="{CBF0972F-2ACF-47F5-B678-92543E83982F}" dt="2026-08-16T05:38:30.647" v="241" actId="1076"/>
        <pc:sldMkLst>
          <pc:docMk/>
          <pc:sldMk cId="3145166466" sldId="257"/>
        </pc:sldMkLst>
        <pc:spChg chg="mod">
          <ac:chgData name="2110030242 Ananya" userId="50fcf2389d656781" providerId="LiveId" clId="{CBF0972F-2ACF-47F5-B678-92543E83982F}" dt="2026-08-16T05:38:30.647" v="241" actId="1076"/>
          <ac:spMkLst>
            <pc:docMk/>
            <pc:sldMk cId="3145166466" sldId="257"/>
            <ac:spMk id="3" creationId="{54864691-DFD5-4BFF-65DF-5CFD5C1742F7}"/>
          </ac:spMkLst>
        </pc:spChg>
      </pc:sldChg>
      <pc:sldChg chg="modSp mod">
        <pc:chgData name="2110030242 Ananya" userId="50fcf2389d656781" providerId="LiveId" clId="{CBF0972F-2ACF-47F5-B678-92543E83982F}" dt="2026-08-16T05:38:49.618" v="244" actId="1076"/>
        <pc:sldMkLst>
          <pc:docMk/>
          <pc:sldMk cId="2406600271" sldId="259"/>
        </pc:sldMkLst>
        <pc:spChg chg="mod">
          <ac:chgData name="2110030242 Ananya" userId="50fcf2389d656781" providerId="LiveId" clId="{CBF0972F-2ACF-47F5-B678-92543E83982F}" dt="2026-08-16T05:38:49.618" v="244" actId="1076"/>
          <ac:spMkLst>
            <pc:docMk/>
            <pc:sldMk cId="2406600271" sldId="259"/>
            <ac:spMk id="2" creationId="{7CC60BCF-E5E6-1DA2-F4EC-59CC25006718}"/>
          </ac:spMkLst>
        </pc:spChg>
        <pc:spChg chg="mod">
          <ac:chgData name="2110030242 Ananya" userId="50fcf2389d656781" providerId="LiveId" clId="{CBF0972F-2ACF-47F5-B678-92543E83982F}" dt="2026-08-16T05:38:40.283" v="242" actId="1076"/>
          <ac:spMkLst>
            <pc:docMk/>
            <pc:sldMk cId="2406600271" sldId="259"/>
            <ac:spMk id="3" creationId="{EAAE00DE-3424-5000-0596-04CB75C97CD1}"/>
          </ac:spMkLst>
        </pc:spChg>
      </pc:sldChg>
      <pc:sldChg chg="modSp">
        <pc:chgData name="2110030242 Ananya" userId="50fcf2389d656781" providerId="LiveId" clId="{CBF0972F-2ACF-47F5-B678-92543E83982F}" dt="2026-08-16T05:40:14.439" v="249"/>
        <pc:sldMkLst>
          <pc:docMk/>
          <pc:sldMk cId="4191421029" sldId="260"/>
        </pc:sldMkLst>
        <pc:spChg chg="mod">
          <ac:chgData name="2110030242 Ananya" userId="50fcf2389d656781" providerId="LiveId" clId="{CBF0972F-2ACF-47F5-B678-92543E83982F}" dt="2026-08-16T05:40:14.439" v="249"/>
          <ac:spMkLst>
            <pc:docMk/>
            <pc:sldMk cId="4191421029" sldId="260"/>
            <ac:spMk id="2" creationId="{35768181-208F-D10F-C6C9-E4A5FDAE4075}"/>
          </ac:spMkLst>
        </pc:spChg>
      </pc:sldChg>
      <pc:sldChg chg="addSp modSp new mod">
        <pc:chgData name="2110030242 Ananya" userId="50fcf2389d656781" providerId="LiveId" clId="{CBF0972F-2ACF-47F5-B678-92543E83982F}" dt="2026-08-16T05:47:07.324" v="301" actId="255"/>
        <pc:sldMkLst>
          <pc:docMk/>
          <pc:sldMk cId="989871012" sldId="261"/>
        </pc:sldMkLst>
        <pc:spChg chg="add mod">
          <ac:chgData name="2110030242 Ananya" userId="50fcf2389d656781" providerId="LiveId" clId="{CBF0972F-2ACF-47F5-B678-92543E83982F}" dt="2026-08-16T05:44:54.645" v="277" actId="1076"/>
          <ac:spMkLst>
            <pc:docMk/>
            <pc:sldMk cId="989871012" sldId="261"/>
            <ac:spMk id="2" creationId="{B4492E42-7EA8-E8D1-D175-ABDC9201B079}"/>
          </ac:spMkLst>
        </pc:spChg>
        <pc:spChg chg="add mod">
          <ac:chgData name="2110030242 Ananya" userId="50fcf2389d656781" providerId="LiveId" clId="{CBF0972F-2ACF-47F5-B678-92543E83982F}" dt="2026-08-16T05:47:07.324" v="301" actId="255"/>
          <ac:spMkLst>
            <pc:docMk/>
            <pc:sldMk cId="989871012" sldId="261"/>
            <ac:spMk id="3" creationId="{106ED87A-43B3-DCC0-82A6-4DA6114313FB}"/>
          </ac:spMkLst>
        </pc:spChg>
      </pc:sldChg>
      <pc:sldChg chg="addSp modSp new del mod">
        <pc:chgData name="2110030242 Ananya" userId="50fcf2389d656781" providerId="LiveId" clId="{CBF0972F-2ACF-47F5-B678-92543E83982F}" dt="2026-08-16T05:38:06.740" v="236" actId="47"/>
        <pc:sldMkLst>
          <pc:docMk/>
          <pc:sldMk cId="3939805571" sldId="261"/>
        </pc:sldMkLst>
        <pc:spChg chg="add mod">
          <ac:chgData name="2110030242 Ananya" userId="50fcf2389d656781" providerId="LiveId" clId="{CBF0972F-2ACF-47F5-B678-92543E83982F}" dt="2026-08-16T05:37:53.423" v="235" actId="2711"/>
          <ac:spMkLst>
            <pc:docMk/>
            <pc:sldMk cId="3939805571" sldId="261"/>
            <ac:spMk id="2" creationId="{F8449A6E-70D9-77F5-42DF-45E132082D2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99AAAE-C9C6-43A8-992C-C94AED90C3A7}" type="datetimeFigureOut">
              <a:rPr lang="en-IN" smtClean="0"/>
              <a:t>25-08-2026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826D45-EE60-476C-B65B-4CC468AC9F5E}" type="slidenum">
              <a:rPr lang="en-IN" smtClean="0"/>
              <a:t>‹#›</a:t>
            </a:fld>
            <a:endParaRPr lang="en-IN"/>
          </a:p>
        </p:txBody>
      </p:sp>
    </p:spTree>
    <p:extLst>
      <p:ext uri="{BB962C8B-B14F-4D97-AF65-F5344CB8AC3E}">
        <p14:creationId xmlns:p14="http://schemas.microsoft.com/office/powerpoint/2010/main" val="2933941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C826D45-EE60-476C-B65B-4CC468AC9F5E}" type="slidenum">
              <a:rPr lang="en-IN" smtClean="0"/>
              <a:t>3</a:t>
            </a:fld>
            <a:endParaRPr lang="en-IN"/>
          </a:p>
        </p:txBody>
      </p:sp>
    </p:spTree>
    <p:extLst>
      <p:ext uri="{BB962C8B-B14F-4D97-AF65-F5344CB8AC3E}">
        <p14:creationId xmlns:p14="http://schemas.microsoft.com/office/powerpoint/2010/main" val="2475487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D3DEE-0E83-BCE7-AE4F-AF35DC863A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64CFE2F-0D83-7EE9-763B-5761BEB35C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AF4D228-4113-D561-2307-5557FE95500A}"/>
              </a:ext>
            </a:extLst>
          </p:cNvPr>
          <p:cNvSpPr>
            <a:spLocks noGrp="1"/>
          </p:cNvSpPr>
          <p:nvPr>
            <p:ph type="dt" sz="half" idx="10"/>
          </p:nvPr>
        </p:nvSpPr>
        <p:spPr/>
        <p:txBody>
          <a:bodyPr/>
          <a:lstStyle/>
          <a:p>
            <a:fld id="{0ACF763B-263D-409D-A453-2B5282B351C8}" type="datetimeFigureOut">
              <a:rPr lang="en-IN" smtClean="0"/>
              <a:t>25-08-2026</a:t>
            </a:fld>
            <a:endParaRPr lang="en-IN"/>
          </a:p>
        </p:txBody>
      </p:sp>
      <p:sp>
        <p:nvSpPr>
          <p:cNvPr id="5" name="Footer Placeholder 4">
            <a:extLst>
              <a:ext uri="{FF2B5EF4-FFF2-40B4-BE49-F238E27FC236}">
                <a16:creationId xmlns:a16="http://schemas.microsoft.com/office/drawing/2014/main" id="{B790C51E-BE07-F618-585A-EECD8A2960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C655EA-7B94-66E5-D599-6916EE6AF4E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598228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9AADA-9C14-C7C4-B801-33305EF180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5DAFD8-4777-4190-5E7B-41633725B5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226A00-20B6-A29A-2DB7-170C865924F9}"/>
              </a:ext>
            </a:extLst>
          </p:cNvPr>
          <p:cNvSpPr>
            <a:spLocks noGrp="1"/>
          </p:cNvSpPr>
          <p:nvPr>
            <p:ph type="dt" sz="half" idx="10"/>
          </p:nvPr>
        </p:nvSpPr>
        <p:spPr/>
        <p:txBody>
          <a:bodyPr/>
          <a:lstStyle/>
          <a:p>
            <a:fld id="{0ACF763B-263D-409D-A453-2B5282B351C8}" type="datetimeFigureOut">
              <a:rPr lang="en-IN" smtClean="0"/>
              <a:t>25-08-2026</a:t>
            </a:fld>
            <a:endParaRPr lang="en-IN"/>
          </a:p>
        </p:txBody>
      </p:sp>
      <p:sp>
        <p:nvSpPr>
          <p:cNvPr id="5" name="Footer Placeholder 4">
            <a:extLst>
              <a:ext uri="{FF2B5EF4-FFF2-40B4-BE49-F238E27FC236}">
                <a16:creationId xmlns:a16="http://schemas.microsoft.com/office/drawing/2014/main" id="{839175BD-4837-FE36-717D-D568384E9C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922D12-963D-2917-7B22-2D1DA80C3A85}"/>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195305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4158-8985-ECD8-83D4-A858375D01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CC3CC6-7A26-F323-2195-4B4CA1915B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C1C696-B35B-C1BC-71A1-34964560D8CC}"/>
              </a:ext>
            </a:extLst>
          </p:cNvPr>
          <p:cNvSpPr>
            <a:spLocks noGrp="1"/>
          </p:cNvSpPr>
          <p:nvPr>
            <p:ph type="dt" sz="half" idx="10"/>
          </p:nvPr>
        </p:nvSpPr>
        <p:spPr/>
        <p:txBody>
          <a:bodyPr/>
          <a:lstStyle/>
          <a:p>
            <a:fld id="{0ACF763B-263D-409D-A453-2B5282B351C8}" type="datetimeFigureOut">
              <a:rPr lang="en-IN" smtClean="0"/>
              <a:t>25-08-2026</a:t>
            </a:fld>
            <a:endParaRPr lang="en-IN"/>
          </a:p>
        </p:txBody>
      </p:sp>
      <p:sp>
        <p:nvSpPr>
          <p:cNvPr id="5" name="Footer Placeholder 4">
            <a:extLst>
              <a:ext uri="{FF2B5EF4-FFF2-40B4-BE49-F238E27FC236}">
                <a16:creationId xmlns:a16="http://schemas.microsoft.com/office/drawing/2014/main" id="{4D4324E2-1A70-84AB-6F4C-C62DBA768E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EEBA36-1C2A-C67C-6012-FFDF3C6DCD9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780992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AC506-4477-DED5-986E-F2BA5226B7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8ABB09-05E3-46BB-26A3-ED46677C0F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E8F490-3593-59C5-71D0-959A4DE883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74DF412-7CEE-F590-A1BA-3F2893F78062}"/>
              </a:ext>
            </a:extLst>
          </p:cNvPr>
          <p:cNvSpPr>
            <a:spLocks noGrp="1"/>
          </p:cNvSpPr>
          <p:nvPr>
            <p:ph type="dt" sz="half" idx="10"/>
          </p:nvPr>
        </p:nvSpPr>
        <p:spPr/>
        <p:txBody>
          <a:bodyPr/>
          <a:lstStyle/>
          <a:p>
            <a:fld id="{0ACF763B-263D-409D-A453-2B5282B351C8}" type="datetimeFigureOut">
              <a:rPr lang="en-IN" smtClean="0"/>
              <a:t>25-08-2026</a:t>
            </a:fld>
            <a:endParaRPr lang="en-IN"/>
          </a:p>
        </p:txBody>
      </p:sp>
      <p:sp>
        <p:nvSpPr>
          <p:cNvPr id="6" name="Footer Placeholder 5">
            <a:extLst>
              <a:ext uri="{FF2B5EF4-FFF2-40B4-BE49-F238E27FC236}">
                <a16:creationId xmlns:a16="http://schemas.microsoft.com/office/drawing/2014/main" id="{20CD5077-D4FD-9420-FF6F-E4A0618D5D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0AF282-27A9-02F0-87F9-368284792CD2}"/>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522977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AF54C-D5B5-7530-3690-F9EE4A9B3D7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E42DF2-21DE-FB18-7DDB-C1857DEBED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01F8F8-978D-F2C2-19CC-F1EB8B128A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D6082C-8143-11A9-6A6A-8D3B536879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9EE8FF-510D-DADA-738D-BD7669FFED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8197BA2-0D7F-7B1E-A375-339D409724B7}"/>
              </a:ext>
            </a:extLst>
          </p:cNvPr>
          <p:cNvSpPr>
            <a:spLocks noGrp="1"/>
          </p:cNvSpPr>
          <p:nvPr>
            <p:ph type="dt" sz="half" idx="10"/>
          </p:nvPr>
        </p:nvSpPr>
        <p:spPr/>
        <p:txBody>
          <a:bodyPr/>
          <a:lstStyle/>
          <a:p>
            <a:fld id="{0ACF763B-263D-409D-A453-2B5282B351C8}" type="datetimeFigureOut">
              <a:rPr lang="en-IN" smtClean="0"/>
              <a:t>25-08-2026</a:t>
            </a:fld>
            <a:endParaRPr lang="en-IN"/>
          </a:p>
        </p:txBody>
      </p:sp>
      <p:sp>
        <p:nvSpPr>
          <p:cNvPr id="8" name="Footer Placeholder 7">
            <a:extLst>
              <a:ext uri="{FF2B5EF4-FFF2-40B4-BE49-F238E27FC236}">
                <a16:creationId xmlns:a16="http://schemas.microsoft.com/office/drawing/2014/main" id="{272D005A-3103-68B9-B10F-A30DF35E663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2041531-E1BD-D64B-A37C-0F181DD8FFB1}"/>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389676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65690-AA0F-4909-069C-F1D08778F68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3FD268-FAED-D321-C81C-EFB02DEC71EA}"/>
              </a:ext>
            </a:extLst>
          </p:cNvPr>
          <p:cNvSpPr>
            <a:spLocks noGrp="1"/>
          </p:cNvSpPr>
          <p:nvPr>
            <p:ph type="dt" sz="half" idx="10"/>
          </p:nvPr>
        </p:nvSpPr>
        <p:spPr/>
        <p:txBody>
          <a:bodyPr/>
          <a:lstStyle/>
          <a:p>
            <a:fld id="{0ACF763B-263D-409D-A453-2B5282B351C8}" type="datetimeFigureOut">
              <a:rPr lang="en-IN" smtClean="0"/>
              <a:t>25-08-2026</a:t>
            </a:fld>
            <a:endParaRPr lang="en-IN"/>
          </a:p>
        </p:txBody>
      </p:sp>
      <p:sp>
        <p:nvSpPr>
          <p:cNvPr id="4" name="Footer Placeholder 3">
            <a:extLst>
              <a:ext uri="{FF2B5EF4-FFF2-40B4-BE49-F238E27FC236}">
                <a16:creationId xmlns:a16="http://schemas.microsoft.com/office/drawing/2014/main" id="{BFCECCE5-34F5-34FA-B1AF-9F11165F7E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016559B-31D9-1D1C-EA52-DD1B5F55CCA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2277322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F2CCE5-30EF-2585-F31A-24A56E3C0C42}"/>
              </a:ext>
            </a:extLst>
          </p:cNvPr>
          <p:cNvSpPr>
            <a:spLocks noGrp="1"/>
          </p:cNvSpPr>
          <p:nvPr>
            <p:ph type="dt" sz="half" idx="10"/>
          </p:nvPr>
        </p:nvSpPr>
        <p:spPr/>
        <p:txBody>
          <a:bodyPr/>
          <a:lstStyle/>
          <a:p>
            <a:fld id="{0ACF763B-263D-409D-A453-2B5282B351C8}" type="datetimeFigureOut">
              <a:rPr lang="en-IN" smtClean="0"/>
              <a:t>25-08-2026</a:t>
            </a:fld>
            <a:endParaRPr lang="en-IN"/>
          </a:p>
        </p:txBody>
      </p:sp>
      <p:sp>
        <p:nvSpPr>
          <p:cNvPr id="3" name="Footer Placeholder 2">
            <a:extLst>
              <a:ext uri="{FF2B5EF4-FFF2-40B4-BE49-F238E27FC236}">
                <a16:creationId xmlns:a16="http://schemas.microsoft.com/office/drawing/2014/main" id="{0DDC8AAD-D9CC-C562-88EE-6CFA34B4E50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24E97D0-95E7-D2CD-E5FD-0AF13C980149}"/>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846673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FE8E8-F5B1-4812-6477-5EC95B971D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E9DE7F2-86E6-13E8-C87D-CADAB3951F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844E69-7795-8DC2-EE6F-0205530790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AEFB27-5E81-0328-3C05-9E00CC48EAD3}"/>
              </a:ext>
            </a:extLst>
          </p:cNvPr>
          <p:cNvSpPr>
            <a:spLocks noGrp="1"/>
          </p:cNvSpPr>
          <p:nvPr>
            <p:ph type="dt" sz="half" idx="10"/>
          </p:nvPr>
        </p:nvSpPr>
        <p:spPr/>
        <p:txBody>
          <a:bodyPr/>
          <a:lstStyle/>
          <a:p>
            <a:fld id="{0ACF763B-263D-409D-A453-2B5282B351C8}" type="datetimeFigureOut">
              <a:rPr lang="en-IN" smtClean="0"/>
              <a:t>25-08-2026</a:t>
            </a:fld>
            <a:endParaRPr lang="en-IN"/>
          </a:p>
        </p:txBody>
      </p:sp>
      <p:sp>
        <p:nvSpPr>
          <p:cNvPr id="6" name="Footer Placeholder 5">
            <a:extLst>
              <a:ext uri="{FF2B5EF4-FFF2-40B4-BE49-F238E27FC236}">
                <a16:creationId xmlns:a16="http://schemas.microsoft.com/office/drawing/2014/main" id="{ADBBA751-B28E-5C33-9CF7-9FA972A94E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67CE7B-A108-53D7-7762-C5E387B59F3F}"/>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2327244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42C8C-F106-CD23-AC93-9FD87A11B3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98BEFF9-31AF-FAF9-159E-FA9A3A5860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2998EA3-448E-9D6A-2C69-80ACF8B90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DD9D0A-35B4-9CC6-484D-C4201CC3FA60}"/>
              </a:ext>
            </a:extLst>
          </p:cNvPr>
          <p:cNvSpPr>
            <a:spLocks noGrp="1"/>
          </p:cNvSpPr>
          <p:nvPr>
            <p:ph type="dt" sz="half" idx="10"/>
          </p:nvPr>
        </p:nvSpPr>
        <p:spPr/>
        <p:txBody>
          <a:bodyPr/>
          <a:lstStyle/>
          <a:p>
            <a:fld id="{0ACF763B-263D-409D-A453-2B5282B351C8}" type="datetimeFigureOut">
              <a:rPr lang="en-IN" smtClean="0"/>
              <a:t>25-08-2026</a:t>
            </a:fld>
            <a:endParaRPr lang="en-IN"/>
          </a:p>
        </p:txBody>
      </p:sp>
      <p:sp>
        <p:nvSpPr>
          <p:cNvPr id="6" name="Footer Placeholder 5">
            <a:extLst>
              <a:ext uri="{FF2B5EF4-FFF2-40B4-BE49-F238E27FC236}">
                <a16:creationId xmlns:a16="http://schemas.microsoft.com/office/drawing/2014/main" id="{A640E2C9-87A1-3352-A9EA-4C72A2A2D3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BC8EB1-F656-BF46-5D18-0AA3DFE9B91A}"/>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046220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5945D-1E42-9BAE-4180-DB8F7E48F7A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F4AB17-5539-DBD1-5396-19B49C7C4D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C553A5-C76C-995B-DEAD-8B36E35D1CE2}"/>
              </a:ext>
            </a:extLst>
          </p:cNvPr>
          <p:cNvSpPr>
            <a:spLocks noGrp="1"/>
          </p:cNvSpPr>
          <p:nvPr>
            <p:ph type="dt" sz="half" idx="10"/>
          </p:nvPr>
        </p:nvSpPr>
        <p:spPr/>
        <p:txBody>
          <a:bodyPr/>
          <a:lstStyle/>
          <a:p>
            <a:fld id="{0ACF763B-263D-409D-A453-2B5282B351C8}" type="datetimeFigureOut">
              <a:rPr lang="en-IN" smtClean="0"/>
              <a:t>25-08-2026</a:t>
            </a:fld>
            <a:endParaRPr lang="en-IN"/>
          </a:p>
        </p:txBody>
      </p:sp>
      <p:sp>
        <p:nvSpPr>
          <p:cNvPr id="5" name="Footer Placeholder 4">
            <a:extLst>
              <a:ext uri="{FF2B5EF4-FFF2-40B4-BE49-F238E27FC236}">
                <a16:creationId xmlns:a16="http://schemas.microsoft.com/office/drawing/2014/main" id="{F565BB52-6D7F-32E3-4403-30EEDAA87D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D16AD3-1F8C-5357-137F-CAAB2FDCC30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900212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6E1C27-9924-06F4-1485-A34556B851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F9BAF9-81AD-C78A-A874-B9EF727970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268C9D-9218-5630-A22B-395490947D8D}"/>
              </a:ext>
            </a:extLst>
          </p:cNvPr>
          <p:cNvSpPr>
            <a:spLocks noGrp="1"/>
          </p:cNvSpPr>
          <p:nvPr>
            <p:ph type="dt" sz="half" idx="10"/>
          </p:nvPr>
        </p:nvSpPr>
        <p:spPr/>
        <p:txBody>
          <a:bodyPr/>
          <a:lstStyle/>
          <a:p>
            <a:fld id="{0ACF763B-263D-409D-A453-2B5282B351C8}" type="datetimeFigureOut">
              <a:rPr lang="en-IN" smtClean="0"/>
              <a:t>25-08-2026</a:t>
            </a:fld>
            <a:endParaRPr lang="en-IN"/>
          </a:p>
        </p:txBody>
      </p:sp>
      <p:sp>
        <p:nvSpPr>
          <p:cNvPr id="5" name="Footer Placeholder 4">
            <a:extLst>
              <a:ext uri="{FF2B5EF4-FFF2-40B4-BE49-F238E27FC236}">
                <a16:creationId xmlns:a16="http://schemas.microsoft.com/office/drawing/2014/main" id="{5EC7772B-3792-4DE7-E15C-BEC8A32382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996D09-2C7E-FD29-2BD2-AA74D1E7C2E4}"/>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850159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DA5D93-A4EB-6CDD-6D8B-EE8351753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4B0AB6-215E-353E-C1E7-7ED82277AC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9099B6-DC47-BB65-8FD7-BF0FB8A4A7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CF763B-263D-409D-A453-2B5282B351C8}" type="datetimeFigureOut">
              <a:rPr lang="en-IN" smtClean="0"/>
              <a:t>25-08-2026</a:t>
            </a:fld>
            <a:endParaRPr lang="en-IN"/>
          </a:p>
        </p:txBody>
      </p:sp>
      <p:sp>
        <p:nvSpPr>
          <p:cNvPr id="5" name="Footer Placeholder 4">
            <a:extLst>
              <a:ext uri="{FF2B5EF4-FFF2-40B4-BE49-F238E27FC236}">
                <a16:creationId xmlns:a16="http://schemas.microsoft.com/office/drawing/2014/main" id="{07EDC906-742E-E0BB-47CF-BEED6D2242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8B4817D-9704-957A-C3F8-F82FFFB081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50999E-6DD2-4581-9D5E-2340E3133505}" type="slidenum">
              <a:rPr lang="en-IN" smtClean="0"/>
              <a:t>‹#›</a:t>
            </a:fld>
            <a:endParaRPr lang="en-IN"/>
          </a:p>
        </p:txBody>
      </p:sp>
    </p:spTree>
    <p:extLst>
      <p:ext uri="{BB962C8B-B14F-4D97-AF65-F5344CB8AC3E}">
        <p14:creationId xmlns:p14="http://schemas.microsoft.com/office/powerpoint/2010/main" val="53540036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8C44D-07F6-2139-4825-B0704A79E5BC}"/>
              </a:ext>
            </a:extLst>
          </p:cNvPr>
          <p:cNvSpPr>
            <a:spLocks noGrp="1"/>
          </p:cNvSpPr>
          <p:nvPr>
            <p:ph type="ctrTitle"/>
          </p:nvPr>
        </p:nvSpPr>
        <p:spPr>
          <a:xfrm>
            <a:off x="2487561" y="847980"/>
            <a:ext cx="7957457" cy="772885"/>
          </a:xfrm>
        </p:spPr>
        <p:txBody>
          <a:bodyPr>
            <a:normAutofit fontScale="90000"/>
          </a:bodyPr>
          <a:lstStyle/>
          <a:p>
            <a:r>
              <a:rPr b="1" dirty="0">
                <a:solidFill>
                  <a:schemeClr val="accent1">
                    <a:lumMod val="50000"/>
                  </a:schemeClr>
                </a:solidFill>
                <a:latin typeface="Times New Roman" panose="02020603050405020304" pitchFamily="18" charset="0"/>
                <a:cs typeface="Times New Roman" panose="02020603050405020304" pitchFamily="18" charset="0"/>
              </a:rPr>
              <a:t>Hospital Appointment Data Pipeline</a:t>
            </a:r>
          </a:p>
        </p:txBody>
      </p:sp>
      <p:sp>
        <p:nvSpPr>
          <p:cNvPr id="3" name="Subtitle 2">
            <a:extLst>
              <a:ext uri="{FF2B5EF4-FFF2-40B4-BE49-F238E27FC236}">
                <a16:creationId xmlns:a16="http://schemas.microsoft.com/office/drawing/2014/main" id="{7F2CB2C9-E71C-2C95-7A04-0F332A646EF7}"/>
              </a:ext>
            </a:extLst>
          </p:cNvPr>
          <p:cNvSpPr>
            <a:spLocks noGrp="1"/>
          </p:cNvSpPr>
          <p:nvPr>
            <p:ph type="subTitle" idx="1"/>
          </p:nvPr>
        </p:nvSpPr>
        <p:spPr>
          <a:xfrm>
            <a:off x="1900873" y="1734841"/>
            <a:ext cx="8390253" cy="437010"/>
          </a:xfrm>
        </p:spPr>
        <p:txBody>
          <a:bodyPr>
            <a:normAutofit/>
          </a:bodyPr>
          <a:lstStyle/>
          <a:p>
            <a:r>
              <a:rPr b="1" dirty="0"/>
              <a:t>Team No. :- 12</a:t>
            </a:r>
          </a:p>
        </p:txBody>
      </p:sp>
      <p:sp>
        <p:nvSpPr>
          <p:cNvPr id="4" name="Subtitle 2">
            <a:extLst>
              <a:ext uri="{FF2B5EF4-FFF2-40B4-BE49-F238E27FC236}">
                <a16:creationId xmlns:a16="http://schemas.microsoft.com/office/drawing/2014/main" id="{77EFDB6A-63BF-5E0F-38DD-188908F2256C}"/>
              </a:ext>
            </a:extLst>
          </p:cNvPr>
          <p:cNvSpPr txBox="1">
            <a:spLocks/>
          </p:cNvSpPr>
          <p:nvPr/>
        </p:nvSpPr>
        <p:spPr>
          <a:xfrm>
            <a:off x="2045109" y="2357444"/>
            <a:ext cx="7620001" cy="304167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800" dirty="0">
                <a:latin typeface="Times New Roman" panose="02020603050405020304" pitchFamily="18" charset="0"/>
                <a:cs typeface="Times New Roman" panose="02020603050405020304" pitchFamily="18" charset="0"/>
              </a:rPr>
              <a:t>  2420030014   :-    V.Sanjay</a:t>
            </a:r>
          </a:p>
          <a:p>
            <a:r>
              <a:rPr lang="en-IN" sz="2800" dirty="0">
                <a:latin typeface="Times New Roman" panose="02020603050405020304" pitchFamily="18" charset="0"/>
                <a:cs typeface="Times New Roman" panose="02020603050405020304" pitchFamily="18" charset="0"/>
              </a:rPr>
              <a:t>2420030368    :-    P.Rahul</a:t>
            </a:r>
          </a:p>
          <a:p>
            <a:r>
              <a:rPr lang="en-IN" sz="28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2420030573  </a:t>
            </a:r>
            <a:r>
              <a:rPr lang="en-IN" sz="2800" dirty="0">
                <a:latin typeface="Times New Roman" panose="02020603050405020304" pitchFamily="18" charset="0"/>
                <a:cs typeface="Times New Roman" panose="02020603050405020304" pitchFamily="18" charset="0"/>
              </a:rPr>
              <a:t>:-</a:t>
            </a:r>
            <a:r>
              <a:rPr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M.</a:t>
            </a:r>
            <a:r>
              <a:rPr sz="2800" dirty="0">
                <a:latin typeface="Times New Roman" panose="02020603050405020304" pitchFamily="18" charset="0"/>
                <a:cs typeface="Times New Roman" panose="02020603050405020304" pitchFamily="18" charset="0"/>
              </a:rPr>
              <a:t>Aasrith</a:t>
            </a:r>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Under the Guidance of :-</a:t>
            </a:r>
          </a:p>
          <a:p>
            <a:r>
              <a:rPr lang="en-IN" sz="2800" b="1" dirty="0">
                <a:solidFill>
                  <a:srgbClr val="FF0000"/>
                </a:solidFill>
                <a:latin typeface="Times New Roman" panose="02020603050405020304" pitchFamily="18" charset="0"/>
                <a:cs typeface="Times New Roman" panose="02020603050405020304" pitchFamily="18" charset="0"/>
              </a:rPr>
              <a:t>Dr.N.Shirisha</a:t>
            </a:r>
            <a:endParaRPr sz="2800" b="1" dirty="0">
              <a:solidFill>
                <a:srgbClr val="FF0000"/>
              </a:solidFill>
              <a:latin typeface="Times New Roman" panose="02020603050405020304" pitchFamily="18" charset="0"/>
              <a:cs typeface="Times New Roman" panose="02020603050405020304" pitchFamily="18" charset="0"/>
            </a:endParaRPr>
          </a:p>
        </p:txBody>
      </p:sp>
      <p:sp>
        <p:nvSpPr>
          <p:cNvPr id="7" name="Subtitle 2">
            <a:extLst>
              <a:ext uri="{FF2B5EF4-FFF2-40B4-BE49-F238E27FC236}">
                <a16:creationId xmlns:a16="http://schemas.microsoft.com/office/drawing/2014/main" id="{129AF124-1DAD-7C95-8D54-3CA1A9A36AF2}"/>
              </a:ext>
            </a:extLst>
          </p:cNvPr>
          <p:cNvSpPr txBox="1">
            <a:spLocks/>
          </p:cNvSpPr>
          <p:nvPr/>
        </p:nvSpPr>
        <p:spPr>
          <a:xfrm>
            <a:off x="1235831" y="5399122"/>
            <a:ext cx="9671782" cy="5945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3200" dirty="0">
                <a:solidFill>
                  <a:schemeClr val="accent6"/>
                </a:solidFill>
                <a:latin typeface="Times New Roman" panose="02020603050405020304" pitchFamily="18" charset="0"/>
                <a:cs typeface="Times New Roman" panose="02020603050405020304" pitchFamily="18" charset="0"/>
              </a:rPr>
              <a:t>Department of Computer Science</a:t>
            </a:r>
          </a:p>
        </p:txBody>
      </p:sp>
      <p:pic>
        <p:nvPicPr>
          <p:cNvPr id="9" name="Picture 8">
            <a:extLst>
              <a:ext uri="{FF2B5EF4-FFF2-40B4-BE49-F238E27FC236}">
                <a16:creationId xmlns:a16="http://schemas.microsoft.com/office/drawing/2014/main" id="{4A7AED1E-C953-B10C-3AD9-5B430858FFCE}"/>
              </a:ext>
            </a:extLst>
          </p:cNvPr>
          <p:cNvPicPr>
            <a:picLocks noChangeAspect="1"/>
          </p:cNvPicPr>
          <p:nvPr/>
        </p:nvPicPr>
        <p:blipFill>
          <a:blip r:embed="rId2"/>
          <a:stretch>
            <a:fillRect/>
          </a:stretch>
        </p:blipFill>
        <p:spPr>
          <a:xfrm>
            <a:off x="4935794" y="5806626"/>
            <a:ext cx="2570023" cy="1051373"/>
          </a:xfrm>
          <a:prstGeom prst="rect">
            <a:avLst/>
          </a:prstGeom>
        </p:spPr>
      </p:pic>
      <p:pic>
        <p:nvPicPr>
          <p:cNvPr id="11" name="Picture 10">
            <a:extLst>
              <a:ext uri="{FF2B5EF4-FFF2-40B4-BE49-F238E27FC236}">
                <a16:creationId xmlns:a16="http://schemas.microsoft.com/office/drawing/2014/main" id="{215E5FD0-FF73-A7C7-3A35-57160C650B39}"/>
              </a:ext>
            </a:extLst>
          </p:cNvPr>
          <p:cNvPicPr>
            <a:picLocks noChangeAspect="1"/>
          </p:cNvPicPr>
          <p:nvPr/>
        </p:nvPicPr>
        <p:blipFill>
          <a:blip r:embed="rId2"/>
          <a:stretch>
            <a:fillRect/>
          </a:stretch>
        </p:blipFill>
        <p:spPr>
          <a:xfrm>
            <a:off x="58662" y="30536"/>
            <a:ext cx="2354338" cy="963138"/>
          </a:xfrm>
          <a:prstGeom prst="rect">
            <a:avLst/>
          </a:prstGeom>
        </p:spPr>
      </p:pic>
    </p:spTree>
    <p:extLst>
      <p:ext uri="{BB962C8B-B14F-4D97-AF65-F5344CB8AC3E}">
        <p14:creationId xmlns:p14="http://schemas.microsoft.com/office/powerpoint/2010/main" val="2238361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60BCF-E5E6-1DA2-F4EC-59CC25006718}"/>
              </a:ext>
            </a:extLst>
          </p:cNvPr>
          <p:cNvSpPr>
            <a:spLocks noGrp="1"/>
          </p:cNvSpPr>
          <p:nvPr>
            <p:ph type="title"/>
          </p:nvPr>
        </p:nvSpPr>
        <p:spPr>
          <a:xfrm>
            <a:off x="4422058" y="155839"/>
            <a:ext cx="3347884" cy="963138"/>
          </a:xfrm>
        </p:spPr>
        <p:txBody>
          <a:bodyPr>
            <a:normAutofit fontScale="90000"/>
          </a:bodyPr>
          <a:lstStyle/>
          <a:p>
            <a:r>
              <a:rPr lang="en-IN" sz="8000"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AAE00DE-3424-5000-0596-04CB75C97CD1}"/>
              </a:ext>
            </a:extLst>
          </p:cNvPr>
          <p:cNvSpPr>
            <a:spLocks noGrp="1"/>
          </p:cNvSpPr>
          <p:nvPr>
            <p:ph idx="1"/>
          </p:nvPr>
        </p:nvSpPr>
        <p:spPr>
          <a:xfrm>
            <a:off x="838200" y="1565085"/>
            <a:ext cx="10515600" cy="4471922"/>
          </a:xfrm>
        </p:spPr>
        <p:txBody>
          <a:bodyPr>
            <a:noAutofit/>
          </a:bodyPr>
          <a:lstStyle/>
          <a:p>
            <a:pPr algn="just"/>
            <a:r>
              <a:rPr dirty="0">
                <a:latin typeface="Times New Roman" panose="02020603050405020304" pitchFamily="18" charset="0"/>
                <a:cs typeface="Times New Roman" panose="02020603050405020304" pitchFamily="18" charset="0"/>
              </a:rPr>
              <a:t>The Hospital Appointment Data Pipeline is a data-driven solution designed to organize, process, and analyze hospital appointment records. The system collects appointment records from structured sources such as CSV or Excel files and processes them through an ETL pipeline using Python. The data is cleaned, transformed, and stored in a structured MySQL database for efficient analysis. SQL-based analytics are used to calculate appointment statistics and identify patient, department-wise, doctor-wise, and monthly appointment patterns. Reports and visualizations provide clear insights into appointment metrics and trends. Appointment trends can support better hospital monitoring and decision-making. The proposed system demonstrates the fundamental stages of data engineering from data ingestion and cleaning to storage and analysis.</a:t>
            </a:r>
          </a:p>
        </p:txBody>
      </p:sp>
      <p:pic>
        <p:nvPicPr>
          <p:cNvPr id="5" name="Picture 4">
            <a:extLst>
              <a:ext uri="{FF2B5EF4-FFF2-40B4-BE49-F238E27FC236}">
                <a16:creationId xmlns:a16="http://schemas.microsoft.com/office/drawing/2014/main" id="{9CD7DCAB-D799-64C3-D7A8-B53B0B42A569}"/>
              </a:ext>
            </a:extLst>
          </p:cNvPr>
          <p:cNvPicPr>
            <a:picLocks noChangeAspect="1"/>
          </p:cNvPicPr>
          <p:nvPr/>
        </p:nvPicPr>
        <p:blipFill>
          <a:blip r:embed="rId2"/>
          <a:stretch>
            <a:fillRect/>
          </a:stretch>
        </p:blipFill>
        <p:spPr>
          <a:xfrm>
            <a:off x="58662" y="30536"/>
            <a:ext cx="2354338" cy="963138"/>
          </a:xfrm>
          <a:prstGeom prst="rect">
            <a:avLst/>
          </a:prstGeom>
        </p:spPr>
      </p:pic>
    </p:spTree>
    <p:extLst>
      <p:ext uri="{BB962C8B-B14F-4D97-AF65-F5344CB8AC3E}">
        <p14:creationId xmlns:p14="http://schemas.microsoft.com/office/powerpoint/2010/main" val="2406600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5A99C-BB1F-C9C3-7151-AC6BF6273B48}"/>
              </a:ext>
            </a:extLst>
          </p:cNvPr>
          <p:cNvSpPr>
            <a:spLocks noGrp="1"/>
          </p:cNvSpPr>
          <p:nvPr>
            <p:ph type="title"/>
          </p:nvPr>
        </p:nvSpPr>
        <p:spPr>
          <a:xfrm>
            <a:off x="3679370" y="365125"/>
            <a:ext cx="7674429" cy="1322161"/>
          </a:xfrm>
        </p:spPr>
        <p:txBody>
          <a:bodyPr>
            <a:noAutofit/>
          </a:bodyPr>
          <a:lstStyle/>
          <a:p>
            <a:r>
              <a:rPr lang="en-IN" sz="80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54864691-DFD5-4BFF-65DF-5CFD5C1742F7}"/>
              </a:ext>
            </a:extLst>
          </p:cNvPr>
          <p:cNvSpPr>
            <a:spLocks noGrp="1"/>
          </p:cNvSpPr>
          <p:nvPr>
            <p:ph idx="1"/>
          </p:nvPr>
        </p:nvSpPr>
        <p:spPr>
          <a:xfrm>
            <a:off x="838200" y="1893765"/>
            <a:ext cx="10515599" cy="4025256"/>
          </a:xfrm>
        </p:spPr>
        <p:txBody>
          <a:bodyPr>
            <a:normAutofit/>
          </a:bodyPr>
          <a:lstStyle/>
          <a:p>
            <a:pPr algn="just"/>
            <a:r>
              <a:rPr dirty="0">
                <a:latin typeface="Times New Roman" panose="02020603050405020304" pitchFamily="18" charset="0"/>
                <a:cs typeface="Times New Roman" panose="02020603050405020304" pitchFamily="18" charset="0"/>
              </a:rPr>
              <a:t>Hospital appointments are an important part of healthcare service management. Appointment records are often maintained across different systems or files, making data cleaning, storage, and analysis difficult. Raw appointment records may contain missing or duplicate entries and can be time-consuming to process. There is a need for a simple data-driven system that can collect, process, and analyze appointment data. Our project uses Data Engineering techniques to transform raw appointment data into meaningful insights. The system helps monitor appointment patterns, identify cancellations and no-shows, and support efficient hospital record management.</a:t>
            </a:r>
          </a:p>
        </p:txBody>
      </p:sp>
      <p:pic>
        <p:nvPicPr>
          <p:cNvPr id="5" name="Picture 4">
            <a:extLst>
              <a:ext uri="{FF2B5EF4-FFF2-40B4-BE49-F238E27FC236}">
                <a16:creationId xmlns:a16="http://schemas.microsoft.com/office/drawing/2014/main" id="{F6E1522A-CD7D-C307-6926-538EA295E42F}"/>
              </a:ext>
            </a:extLst>
          </p:cNvPr>
          <p:cNvPicPr>
            <a:picLocks noChangeAspect="1"/>
          </p:cNvPicPr>
          <p:nvPr/>
        </p:nvPicPr>
        <p:blipFill>
          <a:blip r:embed="rId3"/>
          <a:stretch>
            <a:fillRect/>
          </a:stretch>
        </p:blipFill>
        <p:spPr>
          <a:xfrm>
            <a:off x="58662" y="30536"/>
            <a:ext cx="2354338" cy="963138"/>
          </a:xfrm>
          <a:prstGeom prst="rect">
            <a:avLst/>
          </a:prstGeom>
        </p:spPr>
      </p:pic>
    </p:spTree>
    <p:extLst>
      <p:ext uri="{BB962C8B-B14F-4D97-AF65-F5344CB8AC3E}">
        <p14:creationId xmlns:p14="http://schemas.microsoft.com/office/powerpoint/2010/main" val="3145166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68181-208F-D10F-C6C9-E4A5FDAE4075}"/>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795480E9-A52E-1C84-BA76-B53A797ABBF1}"/>
              </a:ext>
            </a:extLst>
          </p:cNvPr>
          <p:cNvSpPr>
            <a:spLocks noGrp="1"/>
          </p:cNvSpPr>
          <p:nvPr>
            <p:ph idx="1"/>
          </p:nvPr>
        </p:nvSpPr>
        <p:spPr>
          <a:xfrm>
            <a:off x="1817914" y="2627312"/>
            <a:ext cx="9427029" cy="1603375"/>
          </a:xfrm>
        </p:spPr>
        <p:txBody>
          <a:bodyPr>
            <a:noAutofit/>
          </a:bodyPr>
          <a:lstStyle/>
          <a:p>
            <a:pPr marL="0" indent="0">
              <a:buNone/>
            </a:pPr>
            <a:r>
              <a:rPr lang="en-IN" sz="11000" dirty="0">
                <a:latin typeface="Times New Roman" panose="02020603050405020304" pitchFamily="18" charset="0"/>
                <a:cs typeface="Times New Roman" panose="02020603050405020304" pitchFamily="18" charset="0"/>
              </a:rPr>
              <a:t>THANK YOU</a:t>
            </a:r>
          </a:p>
        </p:txBody>
      </p:sp>
      <p:pic>
        <p:nvPicPr>
          <p:cNvPr id="5" name="Picture 4">
            <a:extLst>
              <a:ext uri="{FF2B5EF4-FFF2-40B4-BE49-F238E27FC236}">
                <a16:creationId xmlns:a16="http://schemas.microsoft.com/office/drawing/2014/main" id="{4AA8E39F-AD19-8583-8ADB-F2795A85A8D1}"/>
              </a:ext>
            </a:extLst>
          </p:cNvPr>
          <p:cNvPicPr>
            <a:picLocks noChangeAspect="1"/>
          </p:cNvPicPr>
          <p:nvPr/>
        </p:nvPicPr>
        <p:blipFill>
          <a:blip r:embed="rId2"/>
          <a:stretch>
            <a:fillRect/>
          </a:stretch>
        </p:blipFill>
        <p:spPr>
          <a:xfrm>
            <a:off x="58662" y="30536"/>
            <a:ext cx="2354338" cy="963138"/>
          </a:xfrm>
          <a:prstGeom prst="rect">
            <a:avLst/>
          </a:prstGeom>
        </p:spPr>
      </p:pic>
    </p:spTree>
    <p:extLst>
      <p:ext uri="{BB962C8B-B14F-4D97-AF65-F5344CB8AC3E}">
        <p14:creationId xmlns:p14="http://schemas.microsoft.com/office/powerpoint/2010/main" val="4191421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TotalTime>
  <Words>274</Words>
  <Application>Microsoft Office PowerPoint</Application>
  <PresentationFormat>Widescreen</PresentationFormat>
  <Paragraphs>16</Paragraphs>
  <Slides>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Times New Roman</vt:lpstr>
      <vt:lpstr>Office Theme</vt:lpstr>
      <vt:lpstr>Hospital Appointment Data Pipeline</vt:lpstr>
      <vt:lpstr>Abstract</vt:lpstr>
      <vt:lpstr>Introduction</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Ramyasri Madini</dc:creator>
  <cp:lastModifiedBy>sanjay bhaargav</cp:lastModifiedBy>
  <cp:revision>2</cp:revision>
  <dcterms:created xsi:type="dcterms:W3CDTF">2026-08-14T04:59:55Z</dcterms:created>
  <dcterms:modified xsi:type="dcterms:W3CDTF">2026-08-25T07:05:17Z</dcterms:modified>
</cp:coreProperties>
</file>